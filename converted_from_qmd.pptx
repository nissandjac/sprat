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Converted Quarto Document</a:t>
            </a:r>
          </a:p>
        </p:txBody>
      </p:sp>
      <p:sp>
        <p:nvSpPr>
          <p:cNvPr id="3" name="Content Placeholder 2"/>
          <p:cNvSpPr>
            <a:spLocks noGrp="1"/>
          </p:cNvSpPr>
          <p:nvPr>
            <p:ph idx="1"/>
          </p:nvPr>
        </p:nvSpPr>
        <p:spPr/>
        <p:txBody>
          <a:bodyPr/>
          <a:lstStyle/>
          <a:p>
            <a:r>
              <a:t>---</a:t>
            </a:r>
          </a:p>
          <a:p>
            <a:r>
              <a:t>title: "Potential assessment models for North Sea Sprat"</a:t>
            </a:r>
          </a:p>
          <a:p>
            <a:r>
              <a:t>author: "Nis Sand Jacobsen and Ole Henriksen"</a:t>
            </a:r>
          </a:p>
          <a:p>
            <a:r>
              <a:t>format:</a:t>
            </a:r>
          </a:p>
          <a:p>
            <a:r>
              <a:t>  html:</a:t>
            </a:r>
          </a:p>
          <a:p>
            <a:r>
              <a:t>    toc: true</a:t>
            </a:r>
          </a:p>
          <a:p>
            <a:r>
              <a:t>    embed-resources: true</a:t>
            </a:r>
          </a:p>
          <a:p>
            <a:r>
              <a:t>---</a:t>
            </a:r>
          </a:p>
          <a:p/>
          <a:p>
            <a:r>
              <a:t>## Introduction</a:t>
            </a:r>
          </a:p>
          <a:p/>
          <a:p>
            <a:r>
              <a:t>This repository serves to compare different potential model configurations for the North Sea sprat. All the models we will show are based on the seasonal *smsR* model. Until 2025 the model has run with ADMB, but here we use the smsR package available at</a:t>
            </a:r>
          </a:p>
          <a:p/>
          <a:p>
            <a:r>
              <a:t>::: callout-note</a:t>
            </a:r>
          </a:p>
          <a:p>
            <a:r>
              <a:t>&lt;https://github.com/nissandjac/smsr&gt;</a:t>
            </a:r>
          </a:p>
          <a:p>
            <a:r>
              <a:t>:::</a:t>
            </a:r>
          </a:p>
          <a:p/>
          <a:p>
            <a:r>
              <a:t>*smsR* is an R package which can be used to set up seasonal assessment through few R functions. Each of the functions offer simple to complex model setups, which can both respect historical assessment methods and more modern implementation of e.g., random effects. The package is currently used as assessments for the four North Sea Sandeel stocks, and a thorough comparison of the TMB and ADMB performance can be seen in the WKSANDEEL report. *smsR* provides close to identical parameter estimations as the legacy ADMB SMS code, however there might be some minute differences, in particular due to how parameters close to the boundary is treated in ADMB and TMB. Below is a figure showing the similarity of derived stock quantities from the assessment performed in 2025</a:t>
            </a:r>
          </a:p>
          <a:p/>
          <a:p>
            <a:r>
              <a:t>![Comparison of sms in ADMB and TMB (smsR). Blue lines show smsR and red does show the output from the accepted assessment.](figures/compare_admb_tmb.png){#fig:survey width="90%"}</a:t>
            </a:r>
          </a:p>
          <a:p/>
          <a:p>
            <a:r>
              <a:t>We have chosen model setups that are close to the previous ones, but all the models we will provide here has a transparent data flow, and try to follow best statistical practices. Over the history of the stock many small modifications have been applied to the model setup and input data to a point where some of the changes are not traceable anymore. By resetting all these changes we provide options for a model with annual, half-year, and quarterly time steps.</a:t>
            </a:r>
          </a:p>
          <a:p/>
          <a:p>
            <a:r>
              <a:t>The current sprat model originated in the 2018 sprat benchmark. In the last couple 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